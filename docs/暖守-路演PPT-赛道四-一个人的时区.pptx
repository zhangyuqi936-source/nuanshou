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3258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暖守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731520" y="23317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暖守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3246120"/>
            <a:ext cx="5669280" cy="457200"/>
          </a:xfrm>
          <a:prstGeom prst="roundRect">
            <a:avLst/>
          </a:prstGeom>
          <a:solidFill>
            <a:srgbClr val="FF5068"/>
          </a:solidFill>
          <a:ln w="12700">
            <a:solidFill>
              <a:srgbClr val="FF50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3346704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赛道四｜一个人的时区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Demo Pitch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937760" cy="384048"/>
          </a:xfrm>
          <a:prstGeom prst="roundRect">
            <a:avLst/>
          </a:prstGeom>
          <a:solidFill>
            <a:srgbClr val="2D2030"/>
          </a:solidFill>
          <a:ln w="12700">
            <a:solidFill>
              <a:srgbClr val="2D2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754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第2页 / 故事开场（赛道命中）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故事开场（赛道命中）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0" y="1737360"/>
            <a:ext cx="3474720" cy="4572000"/>
          </a:xfrm>
          <a:prstGeom prst="roundRect">
            <a:avLst/>
          </a:prstGeom>
          <a:solidFill>
            <a:srgbClr val="FFF0F2"/>
          </a:solidFill>
          <a:ln w="12700">
            <a:solidFill>
              <a:srgbClr val="F2D9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20116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2D203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🌙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8503920" y="2971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可解释 · 可体验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111556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D9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920240"/>
            <a:ext cx="164592" cy="4297680"/>
          </a:xfrm>
          <a:prstGeom prst="roundRect">
            <a:avLst/>
          </a:prstGeom>
          <a:solidFill>
            <a:srgbClr val="FF5068"/>
          </a:solidFill>
          <a:ln w="12700">
            <a:solidFill>
              <a:srgbClr val="FF50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103120"/>
            <a:ext cx="106070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D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凌晨 1:43，半盒牛奶。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暖守｜赛道四：一个人的时区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937760" cy="384048"/>
          </a:xfrm>
          <a:prstGeom prst="roundRect">
            <a:avLst/>
          </a:prstGeom>
          <a:solidFill>
            <a:srgbClr val="2D2030"/>
          </a:solidFill>
          <a:ln w="12700">
            <a:solidFill>
              <a:srgbClr val="2D2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754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第3页 / 痛点（用一句话打穿）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痛点（用一句话打穿）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0" y="1737360"/>
            <a:ext cx="3474720" cy="4572000"/>
          </a:xfrm>
          <a:prstGeom prst="roundRect">
            <a:avLst/>
          </a:prstGeom>
          <a:solidFill>
            <a:srgbClr val="FFF0F2"/>
          </a:solidFill>
          <a:ln w="12700">
            <a:solidFill>
              <a:srgbClr val="F2D9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20116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2D203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🫧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8503920" y="2971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可解释 · 可体验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111556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D9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920240"/>
            <a:ext cx="164592" cy="4297680"/>
          </a:xfrm>
          <a:prstGeom prst="roundRect">
            <a:avLst/>
          </a:prstGeom>
          <a:solidFill>
            <a:srgbClr val="FF5068"/>
          </a:solidFill>
          <a:ln w="12700">
            <a:solidFill>
              <a:srgbClr val="FF50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103120"/>
            <a:ext cx="106070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D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低能量时刻真正的问题不是“缺功能”，是“启动不了”。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暖守｜赛道四：一个人的时区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937760" cy="384048"/>
          </a:xfrm>
          <a:prstGeom prst="roundRect">
            <a:avLst/>
          </a:prstGeom>
          <a:solidFill>
            <a:srgbClr val="2D2030"/>
          </a:solidFill>
          <a:ln w="12700">
            <a:solidFill>
              <a:srgbClr val="2D2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754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第4页 / 我们的答案（一句话解释产品）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我们的答案（一句话解释产品）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0" y="1737360"/>
            <a:ext cx="3474720" cy="4572000"/>
          </a:xfrm>
          <a:prstGeom prst="roundRect">
            <a:avLst/>
          </a:prstGeom>
          <a:solidFill>
            <a:srgbClr val="FFF0F2"/>
          </a:solidFill>
          <a:ln w="12700">
            <a:solidFill>
              <a:srgbClr val="F2D9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20116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2D203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🛡️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8503920" y="2971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可解释 · 可体验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111556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D9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920240"/>
            <a:ext cx="164592" cy="4297680"/>
          </a:xfrm>
          <a:prstGeom prst="roundRect">
            <a:avLst/>
          </a:prstGeom>
          <a:solidFill>
            <a:srgbClr val="FF5068"/>
          </a:solidFill>
          <a:ln w="12700">
            <a:solidFill>
              <a:srgbClr val="FF50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103120"/>
            <a:ext cx="106070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D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暖守：一键启动“AI执行管道 + 自动降级兜底 + 安全联系人网络”。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暖守｜赛道四：一个人的时区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937760" cy="384048"/>
          </a:xfrm>
          <a:prstGeom prst="roundRect">
            <a:avLst/>
          </a:prstGeom>
          <a:solidFill>
            <a:srgbClr val="2D2030"/>
          </a:solidFill>
          <a:ln w="12700">
            <a:solidFill>
              <a:srgbClr val="2D2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754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第5页 / 核心机制（评委一眼懂的结构图文案）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核心机制（评委一眼懂的结构图文案）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0" y="1737360"/>
            <a:ext cx="3474720" cy="4572000"/>
          </a:xfrm>
          <a:prstGeom prst="roundRect">
            <a:avLst/>
          </a:prstGeom>
          <a:solidFill>
            <a:srgbClr val="FFF0F2"/>
          </a:solidFill>
          <a:ln w="12700">
            <a:solidFill>
              <a:srgbClr val="F2D9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20116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2D203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8503920" y="2971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可解释 · 可体验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7360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D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### ① 一键触发（把启动成本压到最低）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7360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D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轻点：选择帮助项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D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长按：直接启动全级守护（防误触）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4206240"/>
            <a:ext cx="7360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D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### ② AI并行执行（把多个App的操作压缩成一次动作）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5166360"/>
            <a:ext cx="7360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D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任务清单化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D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每一步都有“决策解释”（不是黑盒）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6629400"/>
            <a:ext cx="7360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D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### ③ 自动降级兜底（最关键的护城河）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" y="7589520"/>
            <a:ext cx="7360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D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买药失败 → 备选方案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D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叫车失败 → 备选方案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D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医院不可用 → 备选方案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暖守｜赛道四：一个人的时区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937760" cy="384048"/>
          </a:xfrm>
          <a:prstGeom prst="roundRect">
            <a:avLst/>
          </a:prstGeom>
          <a:solidFill>
            <a:srgbClr val="2D2030"/>
          </a:solidFill>
          <a:ln w="12700">
            <a:solidFill>
              <a:srgbClr val="2D2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754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第6页 / 为什么我们不是“美团/滴滴/普通聊天”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为什么我们不是“美团/滴滴/普通聊天”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0" y="1737360"/>
            <a:ext cx="3474720" cy="4572000"/>
          </a:xfrm>
          <a:prstGeom prst="roundRect">
            <a:avLst/>
          </a:prstGeom>
          <a:solidFill>
            <a:srgbClr val="FFF0F2"/>
          </a:solidFill>
          <a:ln w="12700">
            <a:solidFill>
              <a:srgbClr val="F2D9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20116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2D203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🛡️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8503920" y="2971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可解释 · 可体验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7360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D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平台能做“下单”，但做不了：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111556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D9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920240"/>
            <a:ext cx="164592" cy="4297680"/>
          </a:xfrm>
          <a:prstGeom prst="roundRect">
            <a:avLst/>
          </a:prstGeom>
          <a:solidFill>
            <a:srgbClr val="FF5068"/>
          </a:solidFill>
          <a:ln w="12700">
            <a:solidFill>
              <a:srgbClr val="FF50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03120"/>
            <a:ext cx="106070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D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一键整合多任务 + 可解释决策 + 自动降级 + 人际兜底网络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暖守｜赛道四：一个人的时区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937760" cy="384048"/>
          </a:xfrm>
          <a:prstGeom prst="roundRect">
            <a:avLst/>
          </a:prstGeom>
          <a:solidFill>
            <a:srgbClr val="2D2030"/>
          </a:solidFill>
          <a:ln w="12700">
            <a:solidFill>
              <a:srgbClr val="2D2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754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第7页 / 安全联系人网络（你们真正的硬点）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安全联系人网络（你们真正的硬点）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0" y="1737360"/>
            <a:ext cx="3474720" cy="4572000"/>
          </a:xfrm>
          <a:prstGeom prst="roundRect">
            <a:avLst/>
          </a:prstGeom>
          <a:solidFill>
            <a:srgbClr val="FFF0F2"/>
          </a:solidFill>
          <a:ln w="12700">
            <a:solidFill>
              <a:srgbClr val="F2D9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20116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2D203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🔗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8503920" y="2971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可解释 · 可体验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111556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D9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920240"/>
            <a:ext cx="164592" cy="4297680"/>
          </a:xfrm>
          <a:prstGeom prst="roundRect">
            <a:avLst/>
          </a:prstGeom>
          <a:solidFill>
            <a:srgbClr val="FF5068"/>
          </a:solidFill>
          <a:ln w="12700">
            <a:solidFill>
              <a:srgbClr val="FF50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103120"/>
            <a:ext cx="106070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D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远亲不如近邻：线下确认的安全联系人。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暖守｜赛道四：一个人的时区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937760" cy="384048"/>
          </a:xfrm>
          <a:prstGeom prst="roundRect">
            <a:avLst/>
          </a:prstGeom>
          <a:solidFill>
            <a:srgbClr val="2D2030"/>
          </a:solidFill>
          <a:ln w="12700">
            <a:solidFill>
              <a:srgbClr val="2D2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754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第8页 / Demo 怎么演（可展示、可解释、可体验）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怎么演（可展示、可解释、可体验）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0" y="1737360"/>
            <a:ext cx="3474720" cy="4572000"/>
          </a:xfrm>
          <a:prstGeom prst="roundRect">
            <a:avLst/>
          </a:prstGeom>
          <a:solidFill>
            <a:srgbClr val="FFF0F2"/>
          </a:solidFill>
          <a:ln w="12700">
            <a:solidFill>
              <a:srgbClr val="F2D9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20116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2D203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🎬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8503920" y="2971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可解释 · 可体验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111556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D9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920240"/>
            <a:ext cx="164592" cy="4297680"/>
          </a:xfrm>
          <a:prstGeom prst="roundRect">
            <a:avLst/>
          </a:prstGeom>
          <a:solidFill>
            <a:srgbClr val="FF5068"/>
          </a:solidFill>
          <a:ln w="12700">
            <a:solidFill>
              <a:srgbClr val="FF50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103120"/>
            <a:ext cx="106070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D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2分钟演示路径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D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首页 → 点击 SOS → 选择「好的，交给你了」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D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进入守护进度页：展示 AI 并行任务清单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D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展示每步的“🧠 决策解释”（为什么选这家、为什么先通知谁）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D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双击「· Demo」→ 人为触发失败 → 自动降级给 3 个备选方案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D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观众点击其中一个备选 → 状态立即更新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暖守｜赛道四：一个人的时区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937760" cy="384048"/>
          </a:xfrm>
          <a:prstGeom prst="roundRect">
            <a:avLst/>
          </a:prstGeom>
          <a:solidFill>
            <a:srgbClr val="2D2030"/>
          </a:solidFill>
          <a:ln w="12700">
            <a:solidFill>
              <a:srgbClr val="2D2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754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第9页 / 拽点加成：远程家电“轻轻接住”（不做监控）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拽点加成：远程家电“轻轻接住”（不做监控）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0" y="1737360"/>
            <a:ext cx="3474720" cy="4572000"/>
          </a:xfrm>
          <a:prstGeom prst="roundRect">
            <a:avLst/>
          </a:prstGeom>
          <a:solidFill>
            <a:srgbClr val="FFF0F2"/>
          </a:solidFill>
          <a:ln w="12700">
            <a:solidFill>
              <a:srgbClr val="F2D9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20116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2D203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🏠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8503920" y="2971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可解释 · 可体验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111556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D9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920240"/>
            <a:ext cx="164592" cy="4297680"/>
          </a:xfrm>
          <a:prstGeom prst="roundRect">
            <a:avLst/>
          </a:prstGeom>
          <a:solidFill>
            <a:srgbClr val="FF5068"/>
          </a:solidFill>
          <a:ln w="12700">
            <a:solidFill>
              <a:srgbClr val="FF50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103120"/>
            <a:ext cx="106070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D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回家预设（时差也能照顾）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暖守｜赛道四：一个人的时区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937760" cy="384048"/>
          </a:xfrm>
          <a:prstGeom prst="roundRect">
            <a:avLst/>
          </a:prstGeom>
          <a:solidFill>
            <a:srgbClr val="2D2030"/>
          </a:solidFill>
          <a:ln w="12700">
            <a:solidFill>
              <a:srgbClr val="2D2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754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第10页 / 技术亮点（少而硬）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技术亮点（少而硬）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0" y="1737360"/>
            <a:ext cx="3474720" cy="4572000"/>
          </a:xfrm>
          <a:prstGeom prst="roundRect">
            <a:avLst/>
          </a:prstGeom>
          <a:solidFill>
            <a:srgbClr val="FFF0F2"/>
          </a:solidFill>
          <a:ln w="12700">
            <a:solidFill>
              <a:srgbClr val="F2D9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20116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2D203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🧠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8503920" y="2971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可解释 · 可体验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7360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D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任务编排：并行执行清单（可视化）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D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状态机：进行中/等待/完成/降级（可解释）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D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降级策略：失败给 3 选 1，不会卡死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D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事件时间线：让“系统在运行”可被看见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51960"/>
            <a:ext cx="7360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D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（可加一句：黑客松阶段优先交付可运行核心原型，后续可接入真实服务与设备）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暖守｜赛道四：一个人的时区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937760" cy="384048"/>
          </a:xfrm>
          <a:prstGeom prst="roundRect">
            <a:avLst/>
          </a:prstGeom>
          <a:solidFill>
            <a:srgbClr val="2D2030"/>
          </a:solidFill>
          <a:ln w="12700">
            <a:solidFill>
              <a:srgbClr val="2D2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754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第11页 / 商业价值（别夸大，但要有逻辑）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商业价值（别夸大，但要有逻辑）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0" y="1737360"/>
            <a:ext cx="3474720" cy="4572000"/>
          </a:xfrm>
          <a:prstGeom prst="roundRect">
            <a:avLst/>
          </a:prstGeom>
          <a:solidFill>
            <a:srgbClr val="FFF0F2"/>
          </a:solidFill>
          <a:ln w="12700">
            <a:solidFill>
              <a:srgbClr val="F2D9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20116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2D203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📈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8503920" y="2971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可解释 · 可体验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7360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D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人群：独居 / 异地 / 留学人群增长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D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高频：低能量时刻（身体不适/情绪断链）长期存在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D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付费：守护订阅（更强的守护策略、联系人网络、报告、设备授权）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D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合作：生活服务履约 + IoT 厂商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111556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D9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920240"/>
            <a:ext cx="164592" cy="4297680"/>
          </a:xfrm>
          <a:prstGeom prst="roundRect">
            <a:avLst/>
          </a:prstGeom>
          <a:solidFill>
            <a:srgbClr val="FF5068"/>
          </a:solidFill>
          <a:ln w="12700">
            <a:solidFill>
              <a:srgbClr val="FF50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03120"/>
            <a:ext cx="106070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D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本次黑客松验证：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D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核心链路是否能被体验、被解释、被信任。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暖守｜赛道四：一个人的时区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937760" cy="384048"/>
          </a:xfrm>
          <a:prstGeom prst="roundRect">
            <a:avLst/>
          </a:prstGeom>
          <a:solidFill>
            <a:srgbClr val="2D2030"/>
          </a:solidFill>
          <a:ln w="12700">
            <a:solidFill>
              <a:srgbClr val="2D2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754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第12页 / 收尾 &amp; 致谢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收尾 &amp; 致谢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0" y="1737360"/>
            <a:ext cx="3474720" cy="4572000"/>
          </a:xfrm>
          <a:prstGeom prst="roundRect">
            <a:avLst/>
          </a:prstGeom>
          <a:solidFill>
            <a:srgbClr val="FFF0F2"/>
          </a:solidFill>
          <a:ln w="12700">
            <a:solidFill>
              <a:srgbClr val="F2D9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20116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2D203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🙏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8503920" y="2971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可解释 · 可体验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111556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D9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920240"/>
            <a:ext cx="164592" cy="4297680"/>
          </a:xfrm>
          <a:prstGeom prst="roundRect">
            <a:avLst/>
          </a:prstGeom>
          <a:solidFill>
            <a:srgbClr val="FF5068"/>
          </a:solidFill>
          <a:ln w="12700">
            <a:solidFill>
              <a:srgbClr val="FF50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103120"/>
            <a:ext cx="106070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D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暖守：一个人的时区，也有人稳稳接住你。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暖守｜赛道四：一个人的时区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ww</dc:creator>
  <cp:lastModifiedBy>ww</cp:lastModifiedBy>
  <cp:revision>1</cp:revision>
  <dcterms:created xsi:type="dcterms:W3CDTF">2026-05-23T05:51:01Z</dcterms:created>
  <dcterms:modified xsi:type="dcterms:W3CDTF">2026-05-23T05:51:01Z</dcterms:modified>
</cp:coreProperties>
</file>